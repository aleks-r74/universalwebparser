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4B5BA-8805-39A5-57D7-791FA99F29E0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A891E9-DF0B-EEC9-34B5-0C1EE159C97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8C4B2E-6B21-5C89-B3A7-B80B34FC150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5440E7-BC33-CA67-18E6-8182E89EABFB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35080C-ED13-199E-496D-1430D8285ED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853D62-91F7-F70B-E160-B198203F1173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600201"/>
            <a:ext cx="9998901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" name="Shape 105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05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48" name="Shape 106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061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0" name="Shape 1062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063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064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065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" name="Shape 1066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" name="Shape 1067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6" name="Shape 106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7" name="Shape 106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8" name="Shape 107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83498" y="274638"/>
            <a:ext cx="99989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64351" y="6356350"/>
            <a:ext cx="23180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619018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125706" y="6356350"/>
            <a:ext cx="35625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872153" y="2792901"/>
            <a:ext cx="7798257" cy="79729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Universal Web Parser</a:t>
            </a:r>
            <a:endParaRPr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6623538" y="6226418"/>
            <a:ext cx="5556219" cy="553915"/>
          </a:xfrm>
        </p:spPr>
        <p:txBody>
          <a:bodyPr/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</a:rPr>
              <a:t>Aleksei Rziankin 2025</a:t>
            </a:r>
            <a:endParaRPr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9123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17273" y="785202"/>
            <a:ext cx="11868184" cy="82672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4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Software-as-a-Service (SaaS) platform that runs your Kotlin scripts on schedule - complete with helper APIs for web parsing.</a:t>
            </a:r>
            <a:endParaRPr sz="2400"/>
          </a:p>
        </p:txBody>
      </p:sp>
      <p:sp>
        <p:nvSpPr>
          <p:cNvPr id="1263289699" name=""/>
          <p:cNvSpPr/>
          <p:nvPr/>
        </p:nvSpPr>
        <p:spPr bwMode="auto">
          <a:xfrm flipH="0" flipV="0">
            <a:off x="344003" y="1995673"/>
            <a:ext cx="2442446" cy="488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 features:</a:t>
            </a:r>
            <a:endParaRPr sz="2600"/>
          </a:p>
        </p:txBody>
      </p:sp>
      <p:sp>
        <p:nvSpPr>
          <p:cNvPr id="577442907" name=""/>
          <p:cNvSpPr txBox="1"/>
          <p:nvPr/>
        </p:nvSpPr>
        <p:spPr bwMode="auto">
          <a:xfrm flipH="0" flipV="0">
            <a:off x="778153" y="2663784"/>
            <a:ext cx="11365254" cy="30483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scripting</a:t>
            </a:r>
            <a:endParaRPr sz="2200" b="1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Compile and run Kotlin scripts on the fly - adjust parsing logic anytime without redeploying.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en-US" sz="2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Real-time feedback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 WebSocket updates deliver compilation errors, logs, and UI updates instantly.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en-US" sz="2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Structured output</a:t>
            </a:r>
            <a:endParaRPr sz="2200" b="1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parsed data as clean JSON objects through REST endpoints.</a:t>
            </a:r>
            <a:endParaRPr sz="22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0748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622788"/>
            <a:ext cx="12268181" cy="5612423"/>
          </a:xfrm>
          <a:prstGeom prst="rect">
            <a:avLst/>
          </a:prstGeom>
        </p:spPr>
      </p:pic>
      <p:sp>
        <p:nvSpPr>
          <p:cNvPr id="1296974532" name=""/>
          <p:cNvSpPr txBox="1"/>
          <p:nvPr/>
        </p:nvSpPr>
        <p:spPr bwMode="auto">
          <a:xfrm flipH="0" flipV="0">
            <a:off x="5350153" y="175845"/>
            <a:ext cx="130192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Dashboard</a:t>
            </a:r>
            <a:endParaRPr/>
          </a:p>
        </p:txBody>
      </p: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1393615" y="3326423"/>
            <a:ext cx="572939" cy="42496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1213583" name=""/>
          <p:cNvSpPr txBox="1"/>
          <p:nvPr/>
        </p:nvSpPr>
        <p:spPr bwMode="auto">
          <a:xfrm flipH="0" flipV="0">
            <a:off x="199782" y="3626939"/>
            <a:ext cx="202295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available scripts</a:t>
            </a:r>
            <a:endParaRPr/>
          </a:p>
        </p:txBody>
      </p:sp>
      <p:sp>
        <p:nvSpPr>
          <p:cNvPr id="582597240" name=""/>
          <p:cNvSpPr txBox="1"/>
          <p:nvPr/>
        </p:nvSpPr>
        <p:spPr bwMode="auto">
          <a:xfrm flipH="0" flipV="0">
            <a:off x="10911743" y="2828192"/>
            <a:ext cx="202547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results</a:t>
            </a:r>
            <a:endParaRPr/>
          </a:p>
        </p:txBody>
      </p: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10244538" y="2315307"/>
            <a:ext cx="718038" cy="63011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0" flipV="0">
            <a:off x="10962576" y="5011389"/>
            <a:ext cx="776653" cy="58615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9622913" name=""/>
          <p:cNvSpPr txBox="1"/>
          <p:nvPr/>
        </p:nvSpPr>
        <p:spPr bwMode="auto">
          <a:xfrm flipH="0" flipV="0">
            <a:off x="10414413" y="4645269"/>
            <a:ext cx="15100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web console</a:t>
            </a:r>
            <a:endParaRPr/>
          </a:p>
        </p:txBody>
      </p: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5817576" y="2146788"/>
            <a:ext cx="278422" cy="48357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8363867" name=""/>
          <p:cNvSpPr txBox="1"/>
          <p:nvPr/>
        </p:nvSpPr>
        <p:spPr bwMode="auto">
          <a:xfrm flipH="0" flipV="0">
            <a:off x="4918983" y="2579302"/>
            <a:ext cx="179718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Kill, Edit, Delete</a:t>
            </a:r>
            <a:endParaRPr/>
          </a:p>
        </p:txBody>
      </p:sp>
      <p:cxnSp>
        <p:nvCxnSpPr>
          <p:cNvPr id="0" name=""/>
          <p:cNvCxnSpPr>
            <a:cxnSpLocks/>
          </p:cNvCxnSpPr>
          <p:nvPr/>
        </p:nvCxnSpPr>
        <p:spPr bwMode="auto">
          <a:xfrm flipH="0" flipV="1">
            <a:off x="4008267" y="2051538"/>
            <a:ext cx="131884" cy="36634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500606" name=""/>
          <p:cNvSpPr txBox="1"/>
          <p:nvPr/>
        </p:nvSpPr>
        <p:spPr bwMode="auto">
          <a:xfrm flipH="0" flipV="0">
            <a:off x="2580576" y="2315307"/>
            <a:ext cx="2064072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Compilation status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701561" name=""/>
          <p:cNvSpPr txBox="1"/>
          <p:nvPr/>
        </p:nvSpPr>
        <p:spPr bwMode="auto">
          <a:xfrm flipH="0" flipV="0">
            <a:off x="5262229" y="175845"/>
            <a:ext cx="196227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Create new script</a:t>
            </a:r>
            <a:endParaRPr/>
          </a:p>
        </p:txBody>
      </p:sp>
      <p:pic>
        <p:nvPicPr>
          <p:cNvPr id="19897751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22026" y="600807"/>
            <a:ext cx="12249437" cy="56563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9913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8076" y="635608"/>
            <a:ext cx="12208153" cy="5586782"/>
          </a:xfrm>
          <a:prstGeom prst="rect">
            <a:avLst/>
          </a:prstGeom>
        </p:spPr>
      </p:pic>
      <p:sp>
        <p:nvSpPr>
          <p:cNvPr id="1539974260" name=""/>
          <p:cNvSpPr txBox="1"/>
          <p:nvPr/>
        </p:nvSpPr>
        <p:spPr bwMode="auto">
          <a:xfrm flipH="0" flipV="0">
            <a:off x="5174305" y="175845"/>
            <a:ext cx="125091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Monitoring</a:t>
            </a:r>
            <a:endParaRPr/>
          </a:p>
        </p:txBody>
      </p:sp>
      <p:pic>
        <p:nvPicPr>
          <p:cNvPr id="194084606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07950" y="4648199"/>
            <a:ext cx="7328863" cy="1875692"/>
          </a:xfrm>
          <a:prstGeom prst="rect">
            <a:avLst/>
          </a:prstGeom>
        </p:spPr>
      </p:pic>
      <p:pic>
        <p:nvPicPr>
          <p:cNvPr id="129074068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707950" y="2637692"/>
            <a:ext cx="5943600" cy="1790699"/>
          </a:xfrm>
          <a:prstGeom prst="rect">
            <a:avLst/>
          </a:prstGeom>
        </p:spPr>
      </p:pic>
      <p:cxnSp>
        <p:nvCxnSpPr>
          <p:cNvPr id="0" name=""/>
          <p:cNvCxnSpPr>
            <a:cxnSpLocks/>
          </p:cNvCxnSpPr>
          <p:nvPr/>
        </p:nvCxnSpPr>
        <p:spPr bwMode="auto">
          <a:xfrm flipH="1" flipV="0">
            <a:off x="9248076" y="1553307"/>
            <a:ext cx="600807" cy="99646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11138423" y="5480538"/>
            <a:ext cx="659422" cy="16083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419848" name=""/>
          <p:cNvSpPr txBox="1"/>
          <p:nvPr/>
        </p:nvSpPr>
        <p:spPr bwMode="auto">
          <a:xfrm flipH="0" flipV="0">
            <a:off x="5174304" y="175845"/>
            <a:ext cx="119990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Script API</a:t>
            </a:r>
            <a:endParaRPr/>
          </a:p>
        </p:txBody>
      </p:sp>
      <p:sp>
        <p:nvSpPr>
          <p:cNvPr id="1694749347" name=""/>
          <p:cNvSpPr txBox="1"/>
          <p:nvPr/>
        </p:nvSpPr>
        <p:spPr bwMode="auto">
          <a:xfrm flipH="0" flipV="0">
            <a:off x="1657384" y="1729153"/>
            <a:ext cx="11390570" cy="2804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28600" marR="0" indent="-1143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println(Any)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Outputs any object to the web console.</a:t>
            </a:r>
            <a:endParaRPr sz="2000">
              <a:latin typeface="Arial"/>
              <a:cs typeface="Arial"/>
            </a:endParaRPr>
          </a:p>
          <a:p>
            <a:pPr marL="228600" marR="0" indent="-1143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A ready-to-use Playwright 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instance.</a:t>
            </a:r>
            <a:r>
              <a:rPr sz="2000"/>
              <a:t> Autosaves cookies and sessions.</a:t>
            </a:r>
            <a:endParaRPr sz="2000"/>
          </a:p>
          <a:p>
            <a:pPr marL="228600" marR="0" indent="-1143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Provides access to state:</a:t>
            </a:r>
            <a:endParaRPr sz="2000">
              <a:latin typeface="Arial"/>
              <a:cs typeface="Arial"/>
            </a:endParaRPr>
          </a:p>
          <a:p>
            <a:pPr marL="457200" marR="0" indent="-1714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fun load(): MutableMap&lt;String, String&gt;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Reads the map from disk.</a:t>
            </a:r>
            <a:endParaRPr sz="2000">
              <a:latin typeface="Arial"/>
              <a:cs typeface="Arial"/>
            </a:endParaRPr>
          </a:p>
          <a:p>
            <a:pPr marL="457200" marR="0" indent="-1714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fun save(map: Map&lt;String, String&gt;)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Saves the map to disk.</a:t>
            </a:r>
            <a:endParaRPr sz="2000">
              <a:latin typeface="Arial"/>
              <a:cs typeface="Arial"/>
            </a:endParaRPr>
          </a:p>
          <a:p>
            <a:pPr marL="457200" marR="0" indent="-1714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 memoryMap: MutableMap&lt;String, Any&gt;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A singleton in-memory map.</a:t>
            </a:r>
            <a:endParaRPr sz="2000"/>
          </a:p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  fun isThrottled(url: String, hours: Int): Boolean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– Returns 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on the first invocation,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 then 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</a:t>
            </a: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 until the specified time has passed.</a:t>
            </a:r>
            <a:endParaRPr sz="2000"/>
          </a:p>
        </p:txBody>
      </p:sp>
      <p:sp>
        <p:nvSpPr>
          <p:cNvPr id="998063977" name=""/>
          <p:cNvSpPr txBox="1"/>
          <p:nvPr/>
        </p:nvSpPr>
        <p:spPr bwMode="auto">
          <a:xfrm flipH="0" flipV="0">
            <a:off x="3050411" y="684976"/>
            <a:ext cx="7108647" cy="68158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script has access to the following API, managed by the Parser:</a:t>
            </a:r>
            <a:endParaRPr sz="18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2432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072642" y="2487369"/>
            <a:ext cx="2377372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The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2025-11-16T23:16:37Z</dcterms:modified>
</cp:coreProperties>
</file>